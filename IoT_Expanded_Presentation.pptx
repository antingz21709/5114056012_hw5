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物聯網（IoT）介紹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本簡報將深入介紹物聯網的概念、架構、運作方式、應用領域與挑戰。</a:t>
            </a:r>
          </a:p>
          <a:p>
            <a:pPr>
              <a:defRPr sz="2400"/>
            </a:pPr>
            <a:r>
              <a:t>IoT 已成為全球最重要的技術之一，廣泛應用於智慧家庭、工業自動化與城市管理。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什麼是物聯網（IoT）？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物聯網（Internet of Things）是指：所有具備感測、連線能力的裝置能彼此交換資料的系統。</a:t>
            </a:r>
          </a:p>
          <a:p>
            <a:pPr>
              <a:defRPr sz="2400"/>
            </a:pPr>
            <a:r>
              <a:t>透過自動化資料蒐集與智慧分析，使設備能自行運作或輔助決策。</a:t>
            </a:r>
          </a:p>
          <a:p>
            <a:pPr>
              <a:defRPr sz="2400"/>
            </a:pPr>
            <a:r>
              <a:t>目標：提升效率、降低成本、改善生活品質、推動智慧化。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物聯網的核心概念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感測（Sensing）：由感測器蒐集環境或設備資訊。</a:t>
            </a:r>
          </a:p>
          <a:p>
            <a:pPr>
              <a:defRPr sz="2400"/>
            </a:pPr>
            <a:r>
              <a:t>連接（Connectivity）：透過各種網路協定傳輸資料。</a:t>
            </a:r>
          </a:p>
          <a:p>
            <a:pPr>
              <a:defRPr sz="2400"/>
            </a:pPr>
            <a:r>
              <a:t>運算（Computing）：使用雲端或邊緣設備分析資料。</a:t>
            </a:r>
          </a:p>
          <a:p>
            <a:pPr>
              <a:defRPr sz="2400"/>
            </a:pPr>
            <a:r>
              <a:t>應用（Application）：將分析結果應用於智慧系統或服務。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物聯網的主要組成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裝置與感測器：蒐集資料的前端設備。</a:t>
            </a:r>
          </a:p>
          <a:p>
            <a:pPr>
              <a:defRPr sz="2400"/>
            </a:pPr>
            <a:r>
              <a:t>通訊技術：如 Wi-Fi、Bluetooth、LoRa、5G、NB-IoT 等。</a:t>
            </a:r>
          </a:p>
          <a:p>
            <a:pPr>
              <a:defRPr sz="2400"/>
            </a:pPr>
            <a:r>
              <a:t>資料平台：雲端或邊緣運算平台負責儲存與處理資料。</a:t>
            </a:r>
          </a:p>
          <a:p>
            <a:pPr>
              <a:defRPr sz="2400"/>
            </a:pPr>
            <a:r>
              <a:t>應用系統：提供服務，如智慧家庭 App、工業監控平台等。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感測器與資料蒐集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感測器類型多樣：溫度、濕度、光線、加速度、位置、氣體等。</a:t>
            </a:r>
          </a:p>
          <a:p>
            <a:pPr>
              <a:defRPr sz="2400"/>
            </a:pPr>
            <a:r>
              <a:t>資料蒐集方式可為連續或定時回傳。</a:t>
            </a:r>
          </a:p>
          <a:p>
            <a:pPr>
              <a:defRPr sz="2400"/>
            </a:pPr>
            <a:r>
              <a:t>高品質資料對後續分析結果的準確性有重大影響。</a:t>
            </a:r>
          </a:p>
          <a:p>
            <a:pPr>
              <a:defRPr sz="2400"/>
            </a:pPr>
            <a:r>
              <a:t>常見問題：雜訊、資料遺失、裝置校正等。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網路連接技術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近距離技術：Bluetooth、ZigBee、Wi-Fi。</a:t>
            </a:r>
          </a:p>
          <a:p>
            <a:pPr>
              <a:defRPr sz="2400"/>
            </a:pPr>
            <a:r>
              <a:t>遠距離技術：LoRa、Sigfox、NB-IoT、5G。</a:t>
            </a:r>
          </a:p>
          <a:p>
            <a:pPr>
              <a:defRPr sz="2400"/>
            </a:pPr>
            <a:r>
              <a:t>技術選擇需考量：功耗、距離、資料量、成本與可靠性。</a:t>
            </a:r>
          </a:p>
          <a:p>
            <a:pPr>
              <a:defRPr sz="2400"/>
            </a:pPr>
            <a:r>
              <a:t>低功耗連網技術適合電池驅動的 IoT 裝置。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雲端與邊緣運算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雲端運算：集中處理海量資料，適合大型分析與系統管理。</a:t>
            </a:r>
          </a:p>
          <a:p>
            <a:pPr>
              <a:defRPr sz="2400"/>
            </a:pPr>
            <a:r>
              <a:t>邊緣運算：在裝置端處理資料，提升即時反應能力。</a:t>
            </a:r>
          </a:p>
          <a:p>
            <a:pPr>
              <a:defRPr sz="2400"/>
            </a:pPr>
            <a:r>
              <a:t>混合架構適用於：自駕車、工業控制、即時影像分析等。</a:t>
            </a:r>
          </a:p>
          <a:p>
            <a:pPr>
              <a:defRPr sz="2400"/>
            </a:pPr>
            <a:r>
              <a:t>選擇依據：延遲需求、資料量、成本與安全性。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IoT 的應用領域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智慧家庭：智慧門鎖、智慧照明、能源管理。</a:t>
            </a:r>
          </a:p>
          <a:p>
            <a:pPr>
              <a:defRPr sz="2400"/>
            </a:pPr>
            <a:r>
              <a:t>智慧城市：交通流量偵測、智慧路燈、垃圾滿載感測。</a:t>
            </a:r>
          </a:p>
          <a:p>
            <a:pPr>
              <a:defRPr sz="2400"/>
            </a:pPr>
            <a:r>
              <a:t>工業物聯網：機台監控、預測維修、產線自動化。</a:t>
            </a:r>
          </a:p>
          <a:p>
            <a:pPr>
              <a:defRPr sz="2400"/>
            </a:pPr>
            <a:r>
              <a:t>醫療照護：智慧手環、遠距醫療監測、健康大數據分析。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IoT 的挑戰與風險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資安風險：IoT 裝置易成為駭客攻擊目標，需加強加密。</a:t>
            </a:r>
          </a:p>
          <a:p>
            <a:pPr>
              <a:defRPr sz="2400"/>
            </a:pPr>
            <a:r>
              <a:t>隱私問題：大量個人資料蒐集可能遭濫用。</a:t>
            </a:r>
          </a:p>
          <a:p>
            <a:pPr>
              <a:defRPr sz="2400"/>
            </a:pPr>
            <a:r>
              <a:t>裝置管理複雜：設備龐雜，需良好維運策略。</a:t>
            </a:r>
          </a:p>
          <a:p>
            <a:pPr>
              <a:defRPr sz="2400"/>
            </a:pPr>
            <a:r>
              <a:t>缺乏統一標準：不同設備間相容性不足。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物聯網正加速推動智慧生活、智慧工廠與智慧城市發展。</a:t>
            </a:r>
          </a:p>
          <a:p>
            <a:pPr>
              <a:defRPr sz="2400"/>
            </a:pPr>
            <a:r>
              <a:t>建構成功的 IoT 系統需整合感測、連線、安全與應用。</a:t>
            </a:r>
          </a:p>
          <a:p>
            <a:pPr>
              <a:defRPr sz="2400"/>
            </a:pPr>
            <a:r>
              <a:t>挑戰雖多，但 IoT 帶來的價值與潛力極具影響力。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